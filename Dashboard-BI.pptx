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8" r:id="rId6"/>
    <p:sldId id="259" r:id="rId7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/>
    <p:restoredTop sz="94647"/>
  </p:normalViewPr>
  <p:slideViewPr>
    <p:cSldViewPr snapToGrid="0" snapToObjects="1">
      <p:cViewPr varScale="1">
        <p:scale>
          <a:sx n="82" d="100"/>
          <a:sy n="82" d="100"/>
        </p:scale>
        <p:origin x="6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Ícone para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Conteúdo do suplemento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Conteúdo do suplemento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Ícone para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Conteúdo do suplemento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Conteúdo do suplemento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5185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Ícone para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Conteúdo do suplemento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Conteúdo do suplemento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21029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aa869eef-2589-4191-89e1-e5ba98494fc2}">
  <we:reference id="WA200003233" version="2.0.0.3" store="pt-BR" storeType="OMEX"/>
  <we:alternateReferences/>
  <we:properties>
    <we:property name="Microsoft.Office.CampaignId" value="&quot;none&quot;"/>
    <we:property name="reportUrl" value="&quot;/groups/me/reports/9178e421-7ff4-4fd0-a734-1f2995c3b361/c1fc2f7c1a45d4782918?bookmarkGuid=98dd122f-47d7-4ead-9d82-4ca32b029819&amp;bookmarkUsage=1&amp;ctid=6f9e3b1e-1809-444a-81d3-82d40a928812&amp;fromEntryPoint=export&quot;"/>
    <we:property name="reportState" value="&quot;CONNECTED&quot;"/>
    <we:property name="artifactViewState" value="&quot;live&quot;"/>
    <we:property name="reportEmbeddedTime" value="&quot;2026-04-15T23:08:59.778Z&quot;"/>
    <we:property name="creatorSessionId" value="&quot;039474f4-ebfd-4cf7-a6f0-3f2b9cfb7847&quot;"/>
    <we:property name="creatorUserId" value="&quot;1003200536C51095&quot;"/>
    <we:property name="creatorTenantId" value="&quot;6f9e3b1e-1809-444a-81d3-82d40a928812&quot;"/>
    <we:property name="pageDisplayName" value="&quot;Relatório de Vendas Considerando Produtos e Segmentos&quot;"/>
    <we:property name="pageName" value="&quot;c1fc2f7c1a45d4782918&quot;"/>
    <we:property name="reportName" value="&quot;Financials_relatorio&quot;"/>
    <we:property name="isVisualContainerHeaderHidden" value="false"/>
    <we:property name="isFiltersActionButtonVisible" value="true"/>
    <we:property name="initialStateBookmark" value="&quot;H4sIAAAAAAAAA+1YwW7bOBD9lUCXXGxDlGRJzs1xsthFktaog1yKoKDFkcOCJlWKysYb+If2N/bHdkhJbu04ceFtG6yRIAdqOBy+mXl8pvToMV4Wgi7e0Tl4J94fkvGMMqWPiNfxZG08ff/+4mr44eLTu+HVOZpVYbiSpXfy6BmqZ2BueFlRYUOg8eNtx6NCjOnMPuVUlNDxCtClklTwv6B2ximjK1h2PHgohNLUhpwYasCGvUd3fMa9SS/EHWlm+D1MIDO1NSN5FuRJRmjUZ1GSBgOSoltZOzhkW11saLf9SElDucRtrC1gPgniDNI49f04Cn1KnW/OhWlcpovzh0JjdpjzorBVGSHWmdJYLuG5LDSUNehHb6RENXej8zX7RFU6gw+QuylpuFlgpJxLKjNui7LEgoy1wnK5GRyyKjPOfKf+HGnATZl34i87KxxDdo+r0boJYjibaZhR0zye/xSEEyqgNv5WyaY9/lO4t2gpuZyJpv1fO3FdZ1FwGN1RbSy9pp+xj7bquEhpBvp04Qp/xnXLgKCzgfs1k13etgxF38/fcLChSI3+x3PidmmnUiCDiIQDfxolcRRnkQ/0jbzf3c+jMVYBNppK9mAwRd//B4WfS/l1eRzGUT6gfhz2k9gnJCEkYDt5/Pr8+Q7x6/zSYzeB2Rzknsfudw6a6uxucQn3IJ6CWc0/nWoh3FDN619zB3zPhJr7yCqYt5bjmb0nWLdv8DTjLxWnRwyOGDW0DtWk4g2lerEoLzXnkOty9c/f5ZbC7BS8TFQlnkxgNXO3at9uOTnkyjaMO+wkG/rUIu73wyAgpB/F0zCKISXZNNlfxA+5bG9q9GPVqBR4p9Fr+uPNAd9O7cBu4xhX1Og4uHmQ7Kx54wTHyUfvkiNP6/A3VFQ2Mi4Gw+dwHPgk6pKg65Nr3z9x/8eeo/1csV1Rjk9pyTPn7w7LM9ro3Ms3ZTyEJFfK6M4vlWX7iaPur1bCjdqe4+1b2JX17JcK9AIxO4+vWHsWSW+FsrcFQ88WF4PxEn+YBS1Ke4LsxxY0MXDpX8Ci3OMyf6lQjSyAazoV8ClncZzlcdxNBnnejZIk79JpnnV9miR9ltK0H6Wbt9O68Q7dmEvZQrNU+A8Zu0o/k/L6PuiklTI2rbYY7ZGTlRAdL7vjgmmQrjybLh+3Hm2rC5dtVtdqhiK12q4962nSp+m0DyH4JPQDxnz3kv6ipBl4MFP1sH6ncn/bVU5VpixoBmMqYZvaWQ4yYDuEyn2xq2UN0XBs9I4FNtGVrC2X/wK2PfsbUxQAAA==&quot;"/>
    <we:property name="bookmark" value="&quot;H4sIAAAAAAAAA+1YzW7jNhB+lUCXXOxAlGVJyS2bHzTYtAjWQXoogoIiRzIXtKilqDRu4Bfqa/TFOiQlZ504cTZNG9RdwAao4XA4P98Mh7wLuGhqSec/0RkEB8FZxQWjXOkdEgyCyhMTwqFI85iMEpLlYxrlcYqzqjZCVU1wcBcYqkswV6JpqbSSkPjL9SCgUl7Q0n4VVDYwCGrQjaqoFL+DZ8Ypo1tYDAK4raXS1IqcGGrAir1BdvxGFcjeCHekzIgbmAAznspIwaIiZYTGYx6nWbRPMmRrPIPTbC2LFe22P1KVoaLCbSwt4iGJEgZZkoVhEo9CSh1vIaTpWPL5yW2t0Tq0eV5b5xyhrqXS6DUZOCs0NF7pu+BIyXbmRicr9IlqNYNPULipyggzR0mFqGjFhHXKAh1yoRW6y83gkLfMOPJU/XakATflwUG4GCz1OOQ3uBqpD5U4LEsNJTXd58k/ouGESvDE07bqwhM+VvcaKY2oStmF/z4Sl96KWsDRlGpj4ZV/xjhar+MipTnoD3Pn+GOhewREgwd6v6exi+seocj7+SsMdhDx2r89Jq4XdioDso8Zuh9iciZxwuIQ6HfwvjieOxfoBXgQVPIKBFPk/W9A+CmT3xfHoyQu9mmYjMZpEhKSEhLxjTh+f/y8oPgN/tW0m0A5g+qVafeDAE01m87P4QbkY2WW84+nehWuqBb+NHeKv9Kgri1ZCgtWbDy2fYJl+0qfbvylFXSHww6nhnpRnSnBYaWedcpzwdlmv/z45x/NGsdsLHhMtg1mJnCP3LW1b3M52WbPdojbbiM7+PgiHo5HUUTIOE7yUZxARlievr6Ib7Pbvlejt61GjcSeRq/Un2AGeDu1gxLwqmcXIehqr6CA5h6Yq6Or/vaJLdqpVjO3rDPVBmPpjXOF0bFWXtJcwq8FTxJWJMkw3S+KYZymxZDmBRuGNE3HPKPZOLa3VK9waLutn6dYP7uuCi/gfbdy9qANaF7eePXhREUf9AUecLjpFZWtu6ijzHNhvGPuPBn5opCMzi2nzWj7t2tsnNZ4Dyp+3F3ZwSX1Wom4GIyYwS6KjockGobkMgwP3G83cHVjpvgmKbsfaCOY43d6PXG4LK3b7jT5fx0tg4BRNgV+6nL02L9cnRmY+UALd1FoGO52xn0vPatRj6bvrPuvj6Ky1cTuUJhvb7pfk+9rs3AQfBLl1DyB9D4DXWasPtPZqcAmJCYKrZr+zcy7QSvpRn0OIJu0nvSzX1rQc7TIcdzHbs/as7eM2t6amOxZpVGYaNBdktaNLcn29Q5JHJxzPsL8G4rU2zvUaXchqqpXzabG37DYIe8Jk1f3QSatlAtl74y+BFWtlIjcqZBcQ9UhdZXlyRIcn/dWXaoST73ldn3ty9IxzfIxjAAhEUach+7V59kz0sCtydXtapPe4Wzdsala09SUwQWtYF31txjkwDcUbvcEvCzbi8VfTsolKHsWAAA=&quot;"/>
    <we:property name="datasetId" value="&quot;96959fc9-b2f6-45b2-a84e-09d4b8d2212d&quot;"/>
    <we:property name="embedUrl" value="&quot;/reportEmbed?reportId=9178e421-7ff4-4fd0-a734-1f2995c3b361&amp;config=eyJjbHVzdGVyVXJsIjoiaHR0cHM6Ly9XQUJJLUJSQVpJTC1TT1VUSC1yZWRpcmVjdC5hbmFseXNpcy53aW5kb3dzLm5ldCIsImVtYmVkRmVhdHVyZXMiOnsidXNhZ2VNZXRyaWNzVk5leHQiOnRydWV9fQ%3D%3D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1057a7f7-0d37-43ea-b398-3fcac56d17db}">
  <we:reference id="WA200003233" version="2.0.0.3" store="pt-BR" storeType="OMEX"/>
  <we:alternateReferences/>
  <we:properties>
    <we:property name="Microsoft.Office.CampaignId" value="&quot;none&quot;"/>
    <we:property name="reportUrl" value="&quot;/groups/me/reports/9178e421-7ff4-4fd0-a734-1f2995c3b361/53fa26ed0460db272e0c?bookmarkGuid=365709e0-62fc-423d-ab86-0489dfc1f20c&amp;bookmarkUsage=1&amp;ctid=6f9e3b1e-1809-444a-81d3-82d40a928812&amp;fromEntryPoint=export&quot;"/>
    <we:property name="reportState" value="&quot;CONNECTED&quot;"/>
    <we:property name="artifactViewState" value="&quot;live&quot;"/>
    <we:property name="reportEmbeddedTime" value="&quot;2026-04-15T23:08:44.992Z&quot;"/>
    <we:property name="creatorSessionId" value="&quot;aba4a3f1-3553-4d62-9ca6-53a76321632f&quot;"/>
    <we:property name="creatorUserId" value="&quot;1003200536C51095&quot;"/>
    <we:property name="creatorTenantId" value="&quot;6f9e3b1e-1809-444a-81d3-82d40a928812&quot;"/>
    <we:property name="pageDisplayName" value="&quot;Relatório de Vendas Considerando Países e Lucros&quot;"/>
    <we:property name="pageName" value="&quot;53fa26ed0460db272e0c&quot;"/>
    <we:property name="reportName" value="&quot;Financials_relatorio&quot;"/>
    <we:property name="isVisualContainerHeaderHidden" value="false"/>
    <we:property name="isFiltersActionButtonVisible" value="true"/>
    <we:property name="initialStateBookmark" value="&quot;H4sIAAAAAAAAA+1XW2/aMBT+K8jPaLITSKBvlHba1KvK1pcJTSfxCXXl2pnjMFjFH+rf2B+bnaS3QWGqqhV1e0DY55ycy/cd364JF0UuYX4MV0h2yEfFRQpcmxYjbaJq4e7JycHR4Ozg6/HgaN+JdW6FVgXZuSYWzATtuShKkN6FE34ZtwlIeQoTP8tAFtgmOZpCK5DiB9bGTmVNiYs2wVkutQHvcmTBonc7deZu7mKzd6GLCKkVUxxhamtpN8wgiJDTTkR5EsQB0tSZFbVBldlKE++6Cj/UyoJQLoyXxciSqIe0n1LG05gmSUK9vBBqIpuE77/9NM89KhZnNtEzj0dy6QJ7T4uFK4glnShMYx53+wHrdmkcUu6/zoS0TcBkvj/LjcPKIVh7G/ApqBQ5qQAxWNT1X5PBZGJwAraZ7j9SDrUsr1bIR7o0KZ5hVqmUFXbuYmRCuRjCg+/zPDXa0VJpRiCxFr4vVQMy9dML/X1o0LHCvWDsJGsxScHwRvUIFjcxHM3uvCp5T5hbJoP2b5m/ZrmuPificRRF/SRLGXAIgYYx62w5fZ+VsEVrpCX/dzhcV3NNZMwyoP0IuhR6kft1GAs3Ejl0OE20cZugXOLypVIf6lJZMyfL5LS3pKHcMBP2BZopFzi8AGO3upWeqnYxvj15nMXlg7OlaZI6/ZfvinF1jEAPsNdnAQ0wSBnvMIp0y/ehlUCyZ7X5B4EGTHoxP8QpyuXU7vTLqtuEzsGI+lpRlfHM8pqL0Z0z8qjiPX9h8WYP8mnG30oBLY4tDhZqV00pZKD02rW/bg96y7gc/bwpVgCz+cSSZeGWBPK6j1duOJvX8VtGtum4t11k0z717tlNon4WQZiwgPcp71FOe/8P/7/7GPiDZblV94AnnwWvdw2oevkeMXKF7r3tB7q0RQ4pnoLCKn5euxBY2bm2AcWRN2Pj/w+FY6Pm6Rxk6SmqXuekCuKoE4nEDR/4Nzup0qqy+wWiRAOCPxAAAA==&quot;"/>
    <we:property name="bookmark" value="&quot;H4sIAAAAAAAAA+1X227bMAz9lUDPwSDZiS9969IOG9ANxbL1ZcgDbdGpClXyZDlLVvSH9hv7sUmWe1vSdCiKNej2EEQiaZLnkLpdEC6aWsLqA5wj2SPvFBclcG0GjAyJCsK4StM0BmQ4zmIc0SxPIqfVtRVaNWTvglgwc7QnomlBek9O+GU2JCDlMcz9rALZ4JDUaBqtQIrvGIydypoWL4cEl7XUBrzLqQWL3u3Cmbu5S4G9il1EKK1Y4BRLG6TjuIIoQU5HCeVFlEZIS2fWBIMus40m3nUXfqKVBaFcGC9LkRVJhjQvKeNlSouioF7eCDWXfcI3335a1Z4ci0tb6KXnozhzgb2ny0sHiBWjJC5Tno7ziI3HNI0p919XQto+YLE6XNbGceUYDN72+QJUiZx0hBhsAv4Lsj+fG5yD7aeHd5QTLdvzDfKpbk2JH7HqVMoKu3IxKqFcDOHJ93keG+3K0mmmIDEI37SqJ5n66an+NjHoqsK9YOYkWzkpwfBedYcWNzEczetVB/lAmKtKRsPfMn9OuA6fE/E0SZK8qEoGHGKgccpGO16+z0rYZjDVkv87NdyGORQyZRXQPIExhSxxvxFj8YOFnDie5tq4vVCu1fKpUp/oVlmzIuvFGe5IQ7lhJewTNFMtcHIKxu50K92H9nJ2dfI4i7NbZ0vfJCH9p++KWXeMQAaY5SyiEUYl4yNGke74PrSRSPaoNn8r0IApT1dHuEC5ntq1fl11ldAJGBGuFR2MR8Lr70fXzsgdxAf+wuLNbuXTj7+2AgYcBxwsBFc9FLKv9Na1v20Pesm8vP/5o9lAzMMnlmwbtySQhz7euOE8vI5fMrN9x71skH37hN1zXCR5lUBcsIjnlGeU0+z/4f93HwN/sCx36h5w77Pg+a4BXS/fMEbO0b23/UC3tqmhxGNQ2MWvgwuBnZ1rG1AceT82/v9IuGqEOp2AbH2Jutc56cJ00X4BBVPE6xYQAAA=&quot;"/>
    <we:property name="datasetId" value="&quot;96959fc9-b2f6-45b2-a84e-09d4b8d2212d&quot;"/>
    <we:property name="embedUrl" value="&quot;/reportEmbed?reportId=9178e421-7ff4-4fd0-a734-1f2995c3b361&amp;config=eyJjbHVzdGVyVXJsIjoiaHR0cHM6Ly9XQUJJLUJSQVpJTC1TT1VUSC1yZWRpcmVjdC5hbmFseXNpcy53aW5kb3dzLm5ldCIsImVtYmVkRmVhdHVyZXMiOnsidXNhZ2VNZXRyaWNzVk5leHQiOnRydWV9fQ%3D%3D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3e80d4f9-385a-4826-a285-4ebbac9dc48e}">
  <we:reference id="WA200003233" version="2.0.0.3" store="pt-BR" storeType="OMEX"/>
  <we:alternateReferences/>
  <we:properties>
    <we:property name="Microsoft.Office.CampaignId" value="&quot;none&quot;"/>
    <we:property name="reportUrl" value="&quot;/groups/me/reports/9178e421-7ff4-4fd0-a734-1f2995c3b361/4b248e98b5602b0e1de0?bookmarkGuid=d6adeda5-95ed-4818-9f4b-c9e0a2e63e2d&amp;bookmarkUsage=1&amp;ctid=6f9e3b1e-1809-444a-81d3-82d40a928812&amp;fromEntryPoint=export&quot;"/>
    <we:property name="reportState" value="&quot;CONNECTED&quot;"/>
    <we:property name="artifactViewState" value="&quot;live&quot;"/>
    <we:property name="reportEmbeddedTime" value="&quot;2026-04-15T23:08:10.554Z&quot;"/>
    <we:property name="creatorSessionId" value="&quot;e5b67cf5-8576-431f-8a41-91b6088b16a3&quot;"/>
    <we:property name="creatorUserId" value="&quot;1003200536C51095&quot;"/>
    <we:property name="creatorTenantId" value="&quot;6f9e3b1e-1809-444a-81d3-82d40a928812&quot;"/>
    <we:property name="pageDisplayName" value="&quot;Distribuição de Lucro, Vendas e Unidades&quot;"/>
    <we:property name="pageName" value="&quot;4b248e98b5602b0e1de0&quot;"/>
    <we:property name="reportName" value="&quot;Financials_relatorio&quot;"/>
    <we:property name="isVisualContainerHeaderHidden" value="false"/>
    <we:property name="isFiltersActionButtonVisible" value="true"/>
    <we:property name="initialStateBookmark" value="&quot;H4sIAAAAAAAAA+2W32/TMBDH/xXk5wo5aZOme+tKQWjsh1bYC6rQxb5knlw7cpzRMvV/5+x0jE2I7YGNCfZU53y++943H6W+YlK1jYbNEayQ7bH3RioB0rpXCRsw0wf3j48PDqenB1+OpodzCtvGK2tatnfFPLga/ZlqO9ChBAU/LwcMtD6BOjxVoFscsAZdaw1o9Q37ZNryrsPtgOG60dZBKLnw4DGUvaR0eqbeyeshdQTh1SUuUPg+OirTUYGTosxynpYcE4mc0to+ISr7ZUooHdvPrPGgDLUJsSzJIUtz5EPkWZ5mQ5xAiLfK1Hon+Obsx00TXPG49qVdBz/KC2ocKm23NBCMh0mKqYScczEWMk2SLJyulPa7huVmvm4ceUUO9tVmNHltHZmvWfTEYdtbcMVmVneruJrfii9s5wSeYhW3jFd+Q5UqZcAIFSwOak6cJfPjzsx2xrtNDJ/brzOH1FSyPb4d/NAxlZd0mqJ3RUzr2mENfvc4fxSFn4zy7auF1TLuvO3M7o3z56t5ARrb++UuKfJbnlbQ3GbpGnvqdfET2DtSNpGeP4/GMjI8LirgBS/TDAUfTTjnWfHC8IMU0rJS/l8DokiqPJdpJSaTfCwBRJbxZwHEAusVGv8/ANEonJ2D83epsE6i2+/f/xvlrv8l08Ed4X912u3yKfG9oaLHlz5mheBlkQGOxrlIC7oQvOD7tPh6h/jQb9o7Z7vmEYmIUNzIYCuke2xY2M63DQg8AYOxf9OXUBjzyH8wMgwc1y78flCEUD/vGegujBpvvSw2IQtUqfGeA+EuzKKsqO471gzCPZcLAAA=&quot;"/>
    <we:property name="bookmark" value="&quot;H4sIAAAAAAAAA+2WUW/TMBDHv8rk5wo5aZOmfRulICSEKgp7QX242JfMk2tHjlNaqn53zk5HWYVgD2xMsKfY5/Pd/84/xd4zqdpGw+49rJFN2VsjlQBp3UXCBsz0RlkIWWJWyRxAyLFExCGt2sYra1o23TMPrkZ/pdoOdIhExs+rAQOtF1CHWQW6xQFr0LXWgFZfsXemJe86PAwYbhttHYSQSw8eQ9gNudOcJCQvQkYQXm1wicL31lGZjgqcFGWW87TkmEjk5Nb2DlHZT11C6Jh+Zo0HZShNsGVJDlmaIx8iz/I0G+IEgr1VptZHwae9H3dNaI7HrS/tNvSjvKHEIdLhQAXBeJikmErIORdjIdMkycLuSml/TFju5tvGUa+og320GVVeW0dnoFnsicO2b8Gezazu1nE0v2Nf2s4J/IBVXDJe+R1FqpQBI1RocVCzcJaaH1dmtjPe7aL52n6ZOaSkkk35YfBdx6Xc0G6ynou4rGuHNfjjdP4gCj8Z5duLpdUyrrzuzPHE+dPVvASN7e/lrsjyS57W0Nxl6RZ7ynXzA9hHUnaRnj+PxioyPC4q4AUv0wwFH00451nxzPC9FNKwUv5fA6JIqjyXaSUmk3ws6TrIMv4kgFhivUbj/wcgGoWza3D+nArrJLqX/fm/Uu72lkwHZ8L/arWH1WPie6Kix5d+ZoXgZZEBjsa5SAt6EDzj+7j4eod433/aG2e75gGJiFCcZLA10js2DGzn2wYELsBgzN/0IRRGP+o/GBkKjmMXvu8UIdTXewW6C6XGVy+LaWK2b+fikyduCwAA&quot;"/>
    <we:property name="datasetId" value="&quot;96959fc9-b2f6-45b2-a84e-09d4b8d2212d&quot;"/>
    <we:property name="embedUrl" value="&quot;/reportEmbed?reportId=9178e421-7ff4-4fd0-a734-1f2995c3b361&amp;config=eyJjbHVzdGVyVXJsIjoiaHR0cHM6Ly9XQUJJLUJSQVpJTC1TT1VUSC1yZWRpcmVjdC5hbmFseXNpcy53aW5kb3dzLm5ldCIsImVtYmVkRmVhdHVyZXMiOnsidXNhZ2VNZXRyaWNzVk5leHQiOnRydWV9fQ%3D%3D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1508</TotalTime>
  <Words>9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Segoe UI Light</vt:lpstr>
      <vt:lpstr>Office Theme</vt:lpstr>
      <vt:lpstr>Microsoft Power BI</vt:lpstr>
      <vt:lpstr>Microsoft Power BI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Gabriela Assunção</cp:lastModifiedBy>
  <cp:revision>3</cp:revision>
  <dcterms:created xsi:type="dcterms:W3CDTF">2018-06-07T21:39:02Z</dcterms:created>
  <dcterms:modified xsi:type="dcterms:W3CDTF">2026-04-15T23:15:56Z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